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SemiBold"/>
      <p:regular r:id="rId201315"/>
    </p:embeddedFont>
    <p:embeddedFont>
      <p:font typeface="Arimo Bold"/>
      <p:regular r:id="rId201316"/>
    </p:embeddedFont>
    <p:embeddedFont>
      <p:font typeface="Syne"/>
      <p:regular r:id="rId201317"/>
    </p:embeddedFont>
    <p:embeddedFont>
      <p:font typeface="Syne SemiBold"/>
      <p:regular r:id="rId201318"/>
    </p:embeddedFont>
    <p:embeddedFont>
      <p:font typeface="Syne Bold"/>
      <p:regular r:id="rId201319"/>
    </p:embeddedFont>
    <p:embeddedFont>
      <p:font typeface="Syne Extra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816497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Sistema Inteligente de Gestión y Optimización de Inventario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87568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Mediante Agentes de Inteligencia Artificial — Proyecto APT · Ingeniería en Informática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738390"/>
            <a:ext cx="2949005" cy="303113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6" name="Text 3"/>
          <p:cNvSpPr/>
          <p:nvPr/>
        </p:nvSpPr>
        <p:spPr>
          <a:xfrm>
            <a:off x="5389626" y="4798219"/>
            <a:ext cx="331928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FASE 1 — ACTA DE CONSTITUCIÓN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9777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Descripción del Proyecto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807964"/>
            <a:ext cx="6881343" cy="38994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515" y="1383903"/>
            <a:ext cx="352634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Nombre del Proyecto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3515" y="1744266"/>
            <a:ext cx="3526345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Inteligente de Gestión y Optimización de Inventario mediante Agentes de Inteligencia Artificial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73515" y="2556073"/>
            <a:ext cx="352634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Áreas de Desempeño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73515" y="2916436"/>
            <a:ext cx="3526345" cy="1142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Desarrollo de software; diseño e implementación de sistemas informáticos; gestión de bases de datos; integración de soluciones tecnológicas e inteligencia artificial. </a:t>
            </a:r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[VALIDAR DENOMINACIÓN OFICIAL DEL PLAN DE ESTUDIOS]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73515" y="4185047"/>
            <a:ext cx="352634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Competencias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73515" y="4545409"/>
            <a:ext cx="3526345" cy="159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Análisis y levantamiento de requerimientos; desarrollo de software; bases de datos; integración de tecnologías; inteligencia artificial/automatización; pruebas y calidad; trabajo colaborativo. </a:t>
            </a:r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[REEMPLAZAR POR COMPETENCIAS OFICIALES DEL PLAN DE ESTUDIOS]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01663"/>
            <a:ext cx="6223638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Fundamentación y Relevancia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98086" y="1964531"/>
            <a:ext cx="3024112" cy="2492970"/>
          </a:xfrm>
          <a:prstGeom prst="roundRect">
            <a:avLst>
              <a:gd name="adj" fmla="val 1125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885009" y="2151459"/>
            <a:ext cx="265026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85009" y="2531666"/>
            <a:ext cx="2650265" cy="173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Una gestión poco estructurada dificulta la identificación de productos, consulta de disponibilidad, registro de entradas/salidas y seguimiento de movimientos.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897513" y="1964531"/>
            <a:ext cx="3024211" cy="2492970"/>
          </a:xfrm>
          <a:prstGeom prst="roundRect">
            <a:avLst>
              <a:gd name="adj" fmla="val 1125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4084436" y="2151459"/>
            <a:ext cx="26503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Solución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84436" y="2531666"/>
            <a:ext cx="2650364" cy="144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Solución centralizada que aumenta la trazabilidad, facilita la consulta de stock y apoya decisiones de reposición mediante agentes inteligentes.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98086" y="4632821"/>
            <a:ext cx="6223638" cy="1623516"/>
          </a:xfrm>
          <a:prstGeom prst="roundRect">
            <a:avLst>
              <a:gd name="adj" fmla="val 1728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885009" y="4819749"/>
            <a:ext cx="584979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Pertinencia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5009" y="5199955"/>
            <a:ext cx="5849791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 desarrollo web, escritorio, bases de datos, APIs, automatización e IA — competencias clave del perfil de Ingeniería en Informática.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Descripción Técnica de la Solución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929" y="972741"/>
            <a:ext cx="10755738" cy="5014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6708" y="1663072"/>
            <a:ext cx="2285925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Persistencia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3328" y="2035016"/>
            <a:ext cx="2569305" cy="371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PostgreSQL almacena datos maestros y transaccionales.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48857" y="2483542"/>
            <a:ext cx="2285925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Central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48857" y="2855487"/>
            <a:ext cx="2569304" cy="371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API REST Django expone lógica y servicios.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56708" y="3325605"/>
            <a:ext cx="2285925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Sistema Escritorio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3328" y="3697549"/>
            <a:ext cx="2569305" cy="371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PySide6 para administración y supervisión.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8857" y="4264828"/>
            <a:ext cx="2285925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Sistema Web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48857" y="4636772"/>
            <a:ext cx="2569304" cy="371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 gestiona la operación del inventario.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8086" y="6050558"/>
            <a:ext cx="10795524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solución integra cuatro capas tecnológicas conectadas mediante API REST. El sistema web gestiona la operación del inventario; el escritorio permite administración, control y supervisión. Ambos consumen el backend central en Django con persistencia en PostgreSQL.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2908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Reglas de Negocio y Funcionalidades Clave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295227"/>
            <a:ext cx="5298049" cy="182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520057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Cotización Obligatoria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2933005"/>
            <a:ext cx="474680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Toda entrada de productos requiere una cotización previamente registrada con trazabilidad de proveedor, precios y estado.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560" y="2295227"/>
            <a:ext cx="5298049" cy="1820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21981" y="2520057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Salida por Código QR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521981" y="2933005"/>
            <a:ext cx="474680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escaneo identifica el producto, valida disponibilidad, registra la salida y actualiza el stock e historial.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314825"/>
            <a:ext cx="5298049" cy="1820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507" y="4539655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Matrices de Inventario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024507" y="4952603"/>
            <a:ext cx="474680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Búsqueda, consulta de información y disponibilidad de stock mediante matrices definidas para el inventario.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5560" y="4314825"/>
            <a:ext cx="5298049" cy="1820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21981" y="4539655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Agentes de IA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521981" y="4952603"/>
            <a:ext cx="474680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LangChain + Groq API con herramientas controladas para búsqueda, análisis, alertas y recomendaciones de reposición.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Stack Tecnológico e Integraciones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2845792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Tecnologías Principales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042245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· Django · Django REST Framework · React · PostgreSQL · PySide6 · LangChain · Groq API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211711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APIs Externas (4 obligatorias)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23836" y="3408164"/>
            <a:ext cx="5276123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Frankfurter — conversión de monedas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Nager.Date — feriados y fechas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API de productos/códigos de barras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Groq API — modelos de lenguaje IA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223836" y="3994944"/>
            <a:ext cx="5276123" cy="378817"/>
          </a:xfrm>
          <a:prstGeom prst="roundRect">
            <a:avLst>
              <a:gd name="adj" fmla="val 3949"/>
            </a:avLst>
          </a:prstGeom>
          <a:solidFill>
            <a:srgbClr val="19008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49" y="4071243"/>
            <a:ext cx="124616" cy="997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47877" y="4064695"/>
            <a:ext cx="485237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se utilizarán Celery ni Redis. La automatización se implementa mediante agentes LangChain con herramientas controladas.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0866"/>
            <a:ext cx="1079552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Objetivos del Proyecto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56702" y="1608336"/>
            <a:ext cx="5441020" cy="4508798"/>
          </a:xfrm>
          <a:prstGeom prst="roundRect">
            <a:avLst>
              <a:gd name="adj" fmla="val 653"/>
            </a:avLst>
          </a:prstGeom>
          <a:solidFill>
            <a:srgbClr val="8061FF"/>
          </a:solidFill>
          <a:ln/>
        </p:spPr>
      </p:sp>
      <p:sp>
        <p:nvSpPr>
          <p:cNvPr id="4" name="Text 2"/>
          <p:cNvSpPr/>
          <p:nvPr/>
        </p:nvSpPr>
        <p:spPr>
          <a:xfrm>
            <a:off x="753051" y="1801614"/>
            <a:ext cx="5048322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 General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3051" y="2283619"/>
            <a:ext cx="5048322" cy="155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Desarrollar un sistema integral de gestión inteligente de inventario (web + escritorio) que administre cotizaciones, entradas, consultas y salidas QR, integrando React, Django, PostgreSQL, APIs REST y agentes de IA con LangChain y Groq API.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41705" y="1801614"/>
            <a:ext cx="5158254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1705" y="2283619"/>
            <a:ext cx="5158254" cy="376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Analizar y documentar requerimientos funcionales y no funcionales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Diseñar arquitectura y modelo de datos en PostgreSQL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Implementar módulos de cotizaciones, entradas, inventario y salida QR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Desarrollar sistema de escritorio para administración y supervisión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Integrar 4 APIs externas y agentes IA con LangChain + Groq API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Validar todos los componentes mediante pruebas funcionales e integración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2967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Metodología Ágil — Scrum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8086" y="1245989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2B29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978" y="1589584"/>
            <a:ext cx="228991" cy="228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5837" y="1398687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Levantamiento y Análisis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25837" y="1693366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Requerimientos, actores y reglas de negocio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8086" y="2279154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2B295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978" y="2622748"/>
            <a:ext cx="228991" cy="228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25837" y="2431852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Diseño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25837" y="2726531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Arquitectura, modelo PostgreSQL, interfaces y flujos de agentes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98086" y="3312319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2B295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978" y="3655913"/>
            <a:ext cx="228991" cy="228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25837" y="3465016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25837" y="3759696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Backend Django, frontend React, escritorio PySide6, APIs e IA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98086" y="4345484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2B295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978" y="4689078"/>
            <a:ext cx="228991" cy="228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25837" y="4498181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Integración y Pruebas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25837" y="4792861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Pruebas funcionales, corrección de errores y validación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98086" y="5378648"/>
            <a:ext cx="610875" cy="916285"/>
          </a:xfrm>
          <a:prstGeom prst="roundRect">
            <a:avLst>
              <a:gd name="adj" fmla="val 50000"/>
            </a:avLst>
          </a:prstGeom>
          <a:solidFill>
            <a:srgbClr val="2B295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978" y="5722243"/>
            <a:ext cx="228991" cy="2289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25837" y="5531346"/>
            <a:ext cx="1006777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Cierre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425837" y="5826026"/>
            <a:ext cx="1006777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Documentación técnica, manuales y demostración final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1618"/>
            <a:ext cx="10795524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Equipo y Distribución de Responsabilidades</a:t>
            </a:r>
            <a:endParaRPr lang="en-US" sz="35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232620"/>
          <a:ext cx="9143771" cy="914400"/>
        </p:xfrm>
        <a:graphic>
          <a:graphicData uri="http://schemas.openxmlformats.org/drawingml/2006/table">
            <a:tbl>
              <a:tblPr/>
              <a:tblGrid>
                <a:gridCol w="2698881"/>
                <a:gridCol w="2698881"/>
                <a:gridCol w="5397762"/>
              </a:tblGrid>
              <a:tr h="544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Responsable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Rol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Tareas Principales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</a:tr>
              <a:tr h="8524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Enzo Araya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Backend y API REST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Django, DRF, reglas de negocio, autenticación, PostgreSQL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</a:tr>
              <a:tr h="5480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Juan Cáceres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Frontend Web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React, dashboard, inventario, cotizaciones, flujo QR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</a:tr>
              <a:tr h="5480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Diego González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Base de Datos y Escritorio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Modelo PostgreSQL, matrices, aplicación PySide6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</a:tr>
              <a:tr h="5480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Todos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IA e Integraciones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LangChain, Groq API, agentes, tools, APIs externas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</a:tr>
              <a:tr h="849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Todos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QA y Documentación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9E1FF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Pruebas, control de versiones, documentación y presentación</a:t>
                      </a:r>
                      <a:endParaRPr lang="en-US" sz="150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93245" marR="193245" marT="6350" marB="6350" anchor="ctr">
                    <a:lnL w="12700" cap="flat" cmpd="sng" algn="ctr">
                      <a:solidFill>
                        <a:srgbClr val="0C0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5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0A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Plan de Trabajo — Carta Gantt (18 Semanas)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015059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Estructura del Plan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211512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 referencial de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18 semanas</a:t>
            </a:r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organizado en tres fases iterativas. Las fechas se ajustarán al calendario académico oficial.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495675"/>
            <a:ext cx="527612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Fase 1 (S1–S4):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Análisis, diseño y modelo de datos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Fase 2 (S5–S14):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Desarrollo de todos los módulos e IA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Fase 3 (S15–S18):</a:t>
            </a:r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Integración, pruebas y cierre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223836" y="3945434"/>
            <a:ext cx="5276123" cy="259159"/>
          </a:xfrm>
          <a:prstGeom prst="roundRect">
            <a:avLst>
              <a:gd name="adj" fmla="val 5773"/>
            </a:avLst>
          </a:prstGeom>
          <a:solidFill>
            <a:srgbClr val="19008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49" y="4021733"/>
            <a:ext cx="124616" cy="997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7877" y="4015184"/>
            <a:ext cx="546195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Las evidencias de avance y finales deben ser acordadas con el docente antes de considerarlas definitivas.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2026-09-10T17:15:38Z</dcterms:created>
  <dcterms:modified xsi:type="dcterms:W3CDTF">2026-09-10T17:15:38Z</dcterms:modified>
</cp:coreProperties>
</file>